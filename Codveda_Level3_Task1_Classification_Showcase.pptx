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B57"/>
                </a:solidFill>
              </a:rPr>
              <a:t>Data Analytics Internship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8803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4A017"/>
                </a:solidFill>
              </a:rPr>
              <a:t>Level 3 (Advanced) — Task 1: Predictive Modeling (Classification)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BigML Telecom Churn Dataset  |  Python, pandas, scikit-learn, matplotlib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Codveda Technology Internship Programme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57"/>
                </a:solidFill>
              </a:rPr>
              <a:t>The Task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6012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Build and evaluate a classification model to predict customer churn: preprocess the data, train multiple models, evaluate them, and tune hyperparameters with grid search.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429000" cy="24688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01168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017"/>
                </a:solidFill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51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B57"/>
                </a:solidFill>
              </a:rPr>
              <a:t>Preprocess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6324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Encode categorical variables,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scale numeric features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3429000" cy="24688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9120" y="201168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017"/>
                </a:solidFill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651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B57"/>
                </a:solidFill>
              </a:rPr>
              <a:t>Train &amp; Compare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06324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Logistic Regression,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Decision Tree, Random Forest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429000" cy="24688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0" y="201168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017"/>
                </a:solidFill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651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B57"/>
                </a:solidFill>
              </a:rPr>
              <a:t>Tune &amp; Evaluate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306324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GridSearchCV, then score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with accuracy, precision, recall, F1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57"/>
                </a:solidFill>
              </a:rPr>
              <a:t>Step 1 — Preprocessing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2331720" cy="1051560"/>
          </a:xfrm>
          <a:prstGeom prst="rect">
            <a:avLst/>
          </a:prstGeom>
          <a:solidFill>
            <a:srgbClr val="1F3B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2161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2,666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6E0"/>
                </a:solidFill>
              </a:rPr>
              <a:t>Training Records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0" y="1143000"/>
            <a:ext cx="2331720" cy="1051560"/>
          </a:xfrm>
          <a:prstGeom prst="rect">
            <a:avLst/>
          </a:prstGeom>
          <a:solidFill>
            <a:srgbClr val="1F3B5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00400" y="12161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667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1691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6E0"/>
                </a:solidFill>
              </a:rPr>
              <a:t>Testing Records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0" y="1143000"/>
            <a:ext cx="2331720" cy="1051560"/>
          </a:xfrm>
          <a:prstGeom prst="rect">
            <a:avLst/>
          </a:prstGeom>
          <a:solidFill>
            <a:srgbClr val="1F3B5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0" y="12161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69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1691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6E0"/>
                </a:solidFill>
              </a:rPr>
              <a:t>Features After Encoding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38160" y="1143000"/>
            <a:ext cx="2331720" cy="1051560"/>
          </a:xfrm>
          <a:prstGeom prst="rect">
            <a:avLst/>
          </a:prstGeom>
          <a:solidFill>
            <a:srgbClr val="1F3B5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38160" y="12161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14.6%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1691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6E0"/>
                </a:solidFill>
              </a:rPr>
              <a:t>Churn Rate (Train)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260604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Official 80/20 train/test split provided by the data source — used directly rather than re-splitting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Binary encoding for International plan / Voice mail plan (Yes/No → 1/0)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One-hot encoding for State (51 categories) and Area code, with drop_first=True to avoid collinearity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StandardScaler fit on training data only, then applied to test data — preventing data leakage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57"/>
                </a:solidFill>
              </a:rPr>
              <a:t>Step 2 — Model Comparison</a:t>
            </a:r>
            <a:endParaRPr lang="en-US" sz="2000" dirty="0"/>
          </a:p>
        </p:txBody>
      </p:sp>
      <p:pic>
        <p:nvPicPr>
          <p:cNvPr id="3" name="Image 0" descr="01_model_comparison_f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005840"/>
            <a:ext cx="941832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57"/>
                </a:solidFill>
              </a:rPr>
              <a:t>Step 3 — Best Model After Tuning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2377440" cy="1005840"/>
          </a:xfrm>
          <a:prstGeom prst="rect">
            <a:avLst/>
          </a:prstGeom>
          <a:solidFill>
            <a:srgbClr val="1F3B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17043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Decision Tree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276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6E0"/>
                </a:solidFill>
              </a:rPr>
              <a:t>Best Model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2377440" cy="1005840"/>
          </a:xfrm>
          <a:prstGeom prst="rect">
            <a:avLst/>
          </a:prstGeom>
          <a:solidFill>
            <a:srgbClr val="1F3B5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46120" y="117043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94.6%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16276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6E0"/>
                </a:solidFill>
              </a:rPr>
              <a:t>Accuracy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0720" y="1097280"/>
            <a:ext cx="2377440" cy="1005840"/>
          </a:xfrm>
          <a:prstGeom prst="rect">
            <a:avLst/>
          </a:prstGeom>
          <a:solidFill>
            <a:srgbClr val="1F3B5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760720" y="117043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0.80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16276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6E0"/>
                </a:solidFill>
              </a:rPr>
              <a:t>F1-score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75320" y="1097280"/>
            <a:ext cx="2377440" cy="1005840"/>
          </a:xfrm>
          <a:prstGeom prst="rect">
            <a:avLst/>
          </a:prstGeom>
          <a:solidFill>
            <a:srgbClr val="1F3B5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75320" y="117043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74.7%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16276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6E0"/>
                </a:solidFill>
              </a:rPr>
              <a:t>Recall</a:t>
            </a:r>
            <a:endParaRPr lang="en-US" sz="1000" dirty="0"/>
          </a:p>
        </p:txBody>
      </p:sp>
      <p:pic>
        <p:nvPicPr>
          <p:cNvPr id="15" name="Image 0" descr="02_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2331720"/>
            <a:ext cx="4114800" cy="374904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7406640" y="246888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Tuned with GridSearchCV (5-fold CV, F1 scoring)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Best params: max_depth=10, criterion='gini'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Tree-based models outperform Logistic Regression on this imbalanced dataset (14.6% churn)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560 true negatives, 71 true positives, only 12 false positives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28600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017"/>
                </a:solidFill>
              </a:rPr>
              <a:t>Key Takeaway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554480" y="3063240"/>
            <a:ext cx="9052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EEF3"/>
                </a:solidFill>
              </a:rPr>
              <a:t>Tree-based models (Decision Tree, Random Forest) handle this imbalanced churn dataset far better than Logistic Regression, which assumes a linear decision boundary too rigid for this problem.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55778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C6D8"/>
                </a:solidFill>
              </a:rPr>
              <a:t>Tools: Python | pandas | scikit-learn | matplotlib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59893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C6D8"/>
                </a:solidFill>
              </a:rPr>
              <a:t>Codveda Technology Internship — #CodvedaAchievements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2026-09-30T07:04:14Z</dcterms:created>
  <dcterms:modified xsi:type="dcterms:W3CDTF">2026-09-30T07:04:14Z</dcterms:modified>
</cp:coreProperties>
</file>